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A3E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7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433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50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427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447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213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2762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309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466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728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7679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307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1341-532F-4E8C-BE93-AEF3716CB60A}" type="datetimeFigureOut">
              <a:rPr lang="en-ID" smtClean="0"/>
              <a:t>09/02/2026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68FFD-D4A2-4210-BAEC-989447B65A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146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7A15D6-AA7E-4793-9C82-2EDA64639EEB}"/>
              </a:ext>
            </a:extLst>
          </p:cNvPr>
          <p:cNvSpPr/>
          <p:nvPr/>
        </p:nvSpPr>
        <p:spPr>
          <a:xfrm>
            <a:off x="65836" y="885811"/>
            <a:ext cx="2131843" cy="40279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97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E2700-D052-4C8C-AA3E-70A928531732}"/>
              </a:ext>
            </a:extLst>
          </p:cNvPr>
          <p:cNvSpPr txBox="1"/>
          <p:nvPr/>
        </p:nvSpPr>
        <p:spPr>
          <a:xfrm>
            <a:off x="32380" y="511567"/>
            <a:ext cx="2197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PERMASALAHAN</a:t>
            </a:r>
            <a:endParaRPr lang="en-ID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6875F8-B61E-431E-9384-7BEDF6BF2535}"/>
              </a:ext>
            </a:extLst>
          </p:cNvPr>
          <p:cNvSpPr/>
          <p:nvPr/>
        </p:nvSpPr>
        <p:spPr>
          <a:xfrm>
            <a:off x="165130" y="1014602"/>
            <a:ext cx="1927017" cy="1393134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Belum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diimplementasikan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mekanisme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service pada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arsitektur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SIPADU 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3B9318-CCC0-4A2C-8DB2-29FC3855FC4E}"/>
              </a:ext>
            </a:extLst>
          </p:cNvPr>
          <p:cNvSpPr/>
          <p:nvPr/>
        </p:nvSpPr>
        <p:spPr>
          <a:xfrm>
            <a:off x="165130" y="2482409"/>
            <a:ext cx="1927017" cy="2045061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Komunikasi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antar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service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memindahkan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yang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diperlukan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database service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database service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lainya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35229A2-CA9E-4B4D-AC57-2E3B5124F369}"/>
              </a:ext>
            </a:extLst>
          </p:cNvPr>
          <p:cNvSpPr/>
          <p:nvPr/>
        </p:nvSpPr>
        <p:spPr>
          <a:xfrm>
            <a:off x="2312386" y="885811"/>
            <a:ext cx="2131843" cy="40279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977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E13907-76E4-4CA1-A5BC-19E86E3D63CE}"/>
              </a:ext>
            </a:extLst>
          </p:cNvPr>
          <p:cNvSpPr/>
          <p:nvPr/>
        </p:nvSpPr>
        <p:spPr>
          <a:xfrm>
            <a:off x="4558936" y="885811"/>
            <a:ext cx="2131843" cy="40279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977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9DA5238-9187-4786-8964-908D7CA5E902}"/>
              </a:ext>
            </a:extLst>
          </p:cNvPr>
          <p:cNvSpPr/>
          <p:nvPr/>
        </p:nvSpPr>
        <p:spPr>
          <a:xfrm>
            <a:off x="6805485" y="885811"/>
            <a:ext cx="2131843" cy="40279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977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6FDBB48-EC16-457B-8559-460F97759F52}"/>
              </a:ext>
            </a:extLst>
          </p:cNvPr>
          <p:cNvSpPr/>
          <p:nvPr/>
        </p:nvSpPr>
        <p:spPr>
          <a:xfrm>
            <a:off x="4661348" y="1014602"/>
            <a:ext cx="1927017" cy="2437645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Pengimplementasian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microservice SIPADU NG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Event-Driven Architecture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DSRM (Design Science Research Methodology)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35D70C-EFFA-4ED0-8DD1-BB25DD7D6689}"/>
              </a:ext>
            </a:extLst>
          </p:cNvPr>
          <p:cNvSpPr txBox="1"/>
          <p:nvPr/>
        </p:nvSpPr>
        <p:spPr>
          <a:xfrm>
            <a:off x="2476439" y="296124"/>
            <a:ext cx="1803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TUJUAN PENELITIAN</a:t>
            </a:r>
            <a:endParaRPr lang="en-ID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DF29DF-FEE1-4944-9ECB-49BC15AAD426}"/>
              </a:ext>
            </a:extLst>
          </p:cNvPr>
          <p:cNvSpPr txBox="1"/>
          <p:nvPr/>
        </p:nvSpPr>
        <p:spPr>
          <a:xfrm>
            <a:off x="4722988" y="296124"/>
            <a:ext cx="1803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SOLUSI YANG DIAJUKAN</a:t>
            </a:r>
            <a:endParaRPr lang="en-ID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02AD09-8F15-401E-8B8C-F4B683C9BB91}"/>
              </a:ext>
            </a:extLst>
          </p:cNvPr>
          <p:cNvSpPr txBox="1"/>
          <p:nvPr/>
        </p:nvSpPr>
        <p:spPr>
          <a:xfrm>
            <a:off x="6969537" y="511567"/>
            <a:ext cx="1803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EVALUASI</a:t>
            </a:r>
            <a:endParaRPr lang="en-ID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2CA1880-DAA7-43C1-813A-8DF581CB1DA0}"/>
              </a:ext>
            </a:extLst>
          </p:cNvPr>
          <p:cNvSpPr/>
          <p:nvPr/>
        </p:nvSpPr>
        <p:spPr>
          <a:xfrm>
            <a:off x="2414797" y="982148"/>
            <a:ext cx="1927017" cy="1644009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Mengimplementasikan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Event-Driven Architecture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message-broker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kafka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pada microservice SIPADU NG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93545DD-985B-4E35-880B-4E95A2926AB9}"/>
              </a:ext>
            </a:extLst>
          </p:cNvPr>
          <p:cNvSpPr/>
          <p:nvPr/>
        </p:nvSpPr>
        <p:spPr>
          <a:xfrm>
            <a:off x="2414797" y="2722494"/>
            <a:ext cx="1927017" cy="1644009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Mengevaluasi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kehandalan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microservice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Akademik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SIPADU 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Even-Driven Architecture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5A82A8B-7D0C-4544-86E1-DE8CE4FBE6C3}"/>
              </a:ext>
            </a:extLst>
          </p:cNvPr>
          <p:cNvSpPr/>
          <p:nvPr/>
        </p:nvSpPr>
        <p:spPr>
          <a:xfrm>
            <a:off x="6907895" y="1014603"/>
            <a:ext cx="1927017" cy="653264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ID" sz="120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hite</a:t>
            </a:r>
            <a:r>
              <a:rPr lang="en-ID" sz="12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-Box Testing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0183A49-834D-4180-9D1F-F34B7F3A1C18}"/>
              </a:ext>
            </a:extLst>
          </p:cNvPr>
          <p:cNvCxnSpPr>
            <a:cxnSpLocks/>
            <a:stCxn id="37" idx="3"/>
            <a:endCxn id="43" idx="1"/>
          </p:cNvCxnSpPr>
          <p:nvPr/>
        </p:nvCxnSpPr>
        <p:spPr>
          <a:xfrm flipV="1">
            <a:off x="6588365" y="1341235"/>
            <a:ext cx="319530" cy="8921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79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79</Words>
  <Application>Microsoft Office PowerPoint</Application>
  <PresentationFormat>On-screen Show (16:9)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Imalia Rosyida</dc:creator>
  <cp:lastModifiedBy>Imalia Rosyida</cp:lastModifiedBy>
  <cp:revision>6</cp:revision>
  <dcterms:created xsi:type="dcterms:W3CDTF">2026-02-08T18:28:50Z</dcterms:created>
  <dcterms:modified xsi:type="dcterms:W3CDTF">2026-02-08T19:11:10Z</dcterms:modified>
</cp:coreProperties>
</file>